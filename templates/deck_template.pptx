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_circle_1"/>
          <p:cNvSpPr/>
          <p:nvPr/>
        </p:nvSpPr>
        <p:spPr>
          <a:xfrm>
            <a:off x="9601200" y="-731520"/>
            <a:ext cx="3200400" cy="3200400"/>
          </a:xfrm>
          <a:prstGeom prst="ellipse">
            <a:avLst/>
          </a:prstGeom>
          <a:solidFill>
            <a:srgbClr val="4470DC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_circle_2"/>
          <p:cNvSpPr/>
          <p:nvPr/>
        </p:nvSpPr>
        <p:spPr>
          <a:xfrm>
            <a:off x="10789920" y="731520"/>
            <a:ext cx="1828800" cy="1828800"/>
          </a:xfrm>
          <a:prstGeom prst="ellipse">
            <a:avLst/>
          </a:prstGeom>
          <a:solidFill>
            <a:srgbClr val="4470DC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_circle_3"/>
          <p:cNvSpPr/>
          <p:nvPr/>
        </p:nvSpPr>
        <p:spPr>
          <a:xfrm>
            <a:off x="-457200" y="5029200"/>
            <a:ext cx="2286000" cy="2286000"/>
          </a:xfrm>
          <a:prstGeom prst="ellipse">
            <a:avLst/>
          </a:prstGeom>
          <a:solidFill>
            <a:srgbClr val="4470DC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ver_accent_bar"/>
          <p:cNvSpPr/>
          <p:nvPr/>
        </p:nvSpPr>
        <p:spPr>
          <a:xfrm>
            <a:off x="457200" y="1645920"/>
            <a:ext cx="54864" cy="3200400"/>
          </a:xfrm>
          <a:prstGeom prst="rect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ver_empresa"/>
          <p:cNvSpPr txBox="1"/>
          <p:nvPr/>
        </p:nvSpPr>
        <p:spPr>
          <a:xfrm>
            <a:off x="64008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8FE8"/>
                </a:solidFill>
                <a:latin typeface="Arial"/>
              </a:rPr>
              <a:t>{{empresa}}</a:t>
            </a:r>
          </a:p>
        </p:txBody>
      </p:sp>
      <p:sp>
        <p:nvSpPr>
          <p:cNvPr id="7" name="cover_tagline"/>
          <p:cNvSpPr txBox="1"/>
          <p:nvPr/>
        </p:nvSpPr>
        <p:spPr>
          <a:xfrm>
            <a:off x="640080" y="21031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{{tagline}}</a:t>
            </a:r>
          </a:p>
        </p:txBody>
      </p:sp>
      <p:sp>
        <p:nvSpPr>
          <p:cNvPr id="8" name="cover_url"/>
          <p:cNvSpPr txBox="1"/>
          <p:nvPr/>
        </p:nvSpPr>
        <p:spPr>
          <a:xfrm>
            <a:off x="640080" y="6217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6B0"/>
                </a:solidFill>
                <a:latin typeface="Arial"/>
              </a:rPr>
              <a:t>buckets-ai.com</a:t>
            </a:r>
          </a:p>
        </p:txBody>
      </p:sp>
      <p:sp>
        <p:nvSpPr>
          <p:cNvPr id="9" name="cover_logo"/>
          <p:cNvSpPr/>
          <p:nvPr/>
        </p:nvSpPr>
        <p:spPr>
          <a:xfrm>
            <a:off x="10058400" y="5943600"/>
            <a:ext cx="1645920" cy="640080"/>
          </a:xfrm>
          <a:prstGeom prst="roundRect">
            <a:avLst>
              <a:gd name="adj" fmla="val 25000"/>
            </a:avLst>
          </a:prstGeom>
          <a:solidFill>
            <a:srgbClr val="3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8A96B0"/>
                </a:solidFill>
                <a:latin typeface="Arial"/>
              </a:rPr>
              <a:t>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blem_headline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C1628"/>
                </a:solidFill>
                <a:latin typeface="Arial"/>
              </a:rPr>
              <a:t>{{problem_headline}}</a:t>
            </a:r>
          </a:p>
        </p:txBody>
      </p:sp>
      <p:sp>
        <p:nvSpPr>
          <p:cNvPr id="3" name="problem_left_card"/>
          <p:cNvSpPr/>
          <p:nvPr/>
        </p:nvSpPr>
        <p:spPr>
          <a:xfrm>
            <a:off x="457200" y="1005840"/>
            <a:ext cx="5394960" cy="4572000"/>
          </a:xfrm>
          <a:prstGeom prst="roundRect">
            <a:avLst>
              <a:gd name="adj" fmla="val 25000"/>
            </a:avLst>
          </a:prstGeom>
          <a:solidFill>
            <a:srgbClr val="E4EBF8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blem_left_accent"/>
          <p:cNvSpPr/>
          <p:nvPr/>
        </p:nvSpPr>
        <p:spPr>
          <a:xfrm>
            <a:off x="457200" y="1005840"/>
            <a:ext cx="5394960" cy="109728"/>
          </a:xfrm>
          <a:prstGeom prst="roundRect">
            <a:avLst>
              <a:gd name="adj" fmla="val 10000"/>
            </a:avLst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blem_left_title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1628"/>
                </a:solidFill>
                <a:latin typeface="Arial"/>
              </a:rPr>
              <a:t>Tus equipos tienen:</a:t>
            </a:r>
          </a:p>
        </p:txBody>
      </p:sp>
      <p:sp>
        <p:nvSpPr>
          <p:cNvPr id="6" name="problem_has_1"/>
          <p:cNvSpPr txBox="1"/>
          <p:nvPr/>
        </p:nvSpPr>
        <p:spPr>
          <a:xfrm>
            <a:off x="731520" y="160020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88"/>
                </a:solidFill>
                <a:latin typeface="Arial"/>
              </a:rPr>
              <a:t>{{problem_has_1}}</a:t>
            </a:r>
          </a:p>
        </p:txBody>
      </p:sp>
      <p:sp>
        <p:nvSpPr>
          <p:cNvPr id="7" name="problem_has_2"/>
          <p:cNvSpPr txBox="1"/>
          <p:nvPr/>
        </p:nvSpPr>
        <p:spPr>
          <a:xfrm>
            <a:off x="731520" y="242316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88"/>
                </a:solidFill>
                <a:latin typeface="Arial"/>
              </a:rPr>
              <a:t>{{problem_has_2}}</a:t>
            </a:r>
          </a:p>
        </p:txBody>
      </p:sp>
      <p:sp>
        <p:nvSpPr>
          <p:cNvPr id="8" name="problem_has_3"/>
          <p:cNvSpPr txBox="1"/>
          <p:nvPr/>
        </p:nvSpPr>
        <p:spPr>
          <a:xfrm>
            <a:off x="731520" y="324612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88"/>
                </a:solidFill>
                <a:latin typeface="Arial"/>
              </a:rPr>
              <a:t>{{problem_has_3}}</a:t>
            </a:r>
          </a:p>
        </p:txBody>
      </p:sp>
      <p:sp>
        <p:nvSpPr>
          <p:cNvPr id="9" name="problem_has_4"/>
          <p:cNvSpPr txBox="1"/>
          <p:nvPr/>
        </p:nvSpPr>
        <p:spPr>
          <a:xfrm>
            <a:off x="731520" y="406908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88"/>
                </a:solidFill>
                <a:latin typeface="Arial"/>
              </a:rPr>
              <a:t>{{problem_has_4}}</a:t>
            </a:r>
          </a:p>
        </p:txBody>
      </p:sp>
      <p:sp>
        <p:nvSpPr>
          <p:cNvPr id="10" name="problem_right_card"/>
          <p:cNvSpPr/>
          <p:nvPr/>
        </p:nvSpPr>
        <p:spPr>
          <a:xfrm>
            <a:off x="6336792" y="1005840"/>
            <a:ext cx="5394960" cy="4572000"/>
          </a:xfrm>
          <a:prstGeom prst="roundRect">
            <a:avLst>
              <a:gd name="adj" fmla="val 25000"/>
            </a:avLst>
          </a:prstGeom>
          <a:solidFill>
            <a:srgbClr val="FFF5F5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roblem_right_accent"/>
          <p:cNvSpPr/>
          <p:nvPr/>
        </p:nvSpPr>
        <p:spPr>
          <a:xfrm>
            <a:off x="6336792" y="1005840"/>
            <a:ext cx="5394960" cy="109728"/>
          </a:xfrm>
          <a:prstGeom prst="roundRect">
            <a:avLst>
              <a:gd name="adj" fmla="val 1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oblem_right_title"/>
          <p:cNvSpPr txBox="1"/>
          <p:nvPr/>
        </p:nvSpPr>
        <p:spPr>
          <a:xfrm>
            <a:off x="64922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1628"/>
                </a:solidFill>
                <a:latin typeface="Arial"/>
              </a:rPr>
              <a:t>Pero en la ejecucion real:</a:t>
            </a:r>
          </a:p>
        </p:txBody>
      </p:sp>
      <p:sp>
        <p:nvSpPr>
          <p:cNvPr id="13" name="problem_but_1"/>
          <p:cNvSpPr txBox="1"/>
          <p:nvPr/>
        </p:nvSpPr>
        <p:spPr>
          <a:xfrm>
            <a:off x="6583680" y="160020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88"/>
                </a:solidFill>
                <a:latin typeface="Arial"/>
              </a:rPr>
              <a:t>{{problem_but_1}}</a:t>
            </a:r>
          </a:p>
        </p:txBody>
      </p:sp>
      <p:sp>
        <p:nvSpPr>
          <p:cNvPr id="14" name="problem_but_2"/>
          <p:cNvSpPr txBox="1"/>
          <p:nvPr/>
        </p:nvSpPr>
        <p:spPr>
          <a:xfrm>
            <a:off x="6583680" y="242316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88"/>
                </a:solidFill>
                <a:latin typeface="Arial"/>
              </a:rPr>
              <a:t>{{problem_but_2}}</a:t>
            </a:r>
          </a:p>
        </p:txBody>
      </p:sp>
      <p:sp>
        <p:nvSpPr>
          <p:cNvPr id="15" name="problem_but_3"/>
          <p:cNvSpPr txBox="1"/>
          <p:nvPr/>
        </p:nvSpPr>
        <p:spPr>
          <a:xfrm>
            <a:off x="6583680" y="324612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88"/>
                </a:solidFill>
                <a:latin typeface="Arial"/>
              </a:rPr>
              <a:t>{{problem_but_3}}</a:t>
            </a:r>
          </a:p>
        </p:txBody>
      </p:sp>
      <p:sp>
        <p:nvSpPr>
          <p:cNvPr id="16" name="problem_but_4"/>
          <p:cNvSpPr txBox="1"/>
          <p:nvPr/>
        </p:nvSpPr>
        <p:spPr>
          <a:xfrm>
            <a:off x="6583680" y="406908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88"/>
                </a:solidFill>
                <a:latin typeface="Arial"/>
              </a:rPr>
              <a:t>{{problem_but_4}}</a:t>
            </a:r>
          </a:p>
        </p:txBody>
      </p:sp>
      <p:sp>
        <p:nvSpPr>
          <p:cNvPr id="17" name="problem_closing_bar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solidFill>
            <a:srgbClr val="2E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oblem_closing"/>
          <p:cNvSpPr txBox="1"/>
          <p:nvPr/>
        </p:nvSpPr>
        <p:spPr>
          <a:xfrm>
            <a:off x="640080" y="577900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{{problem_closing}}</a:t>
            </a:r>
          </a:p>
        </p:txBody>
      </p:sp>
      <p:sp>
        <p:nvSpPr>
          <p:cNvPr id="19" name="footer_url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6B0"/>
                </a:solidFill>
                <a:latin typeface="Arial"/>
              </a:rPr>
              <a:t>buckets-ai.com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pth_left_panel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E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pth_headline"/>
          <p:cNvSpPr txBox="1"/>
          <p:nvPr/>
        </p:nvSpPr>
        <p:spPr>
          <a:xfrm>
            <a:off x="457200" y="256032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{{depth_headline}}</a:t>
            </a:r>
          </a:p>
        </p:txBody>
      </p:sp>
      <p:sp>
        <p:nvSpPr>
          <p:cNvPr id="4" name="depth_accent"/>
          <p:cNvSpPr/>
          <p:nvPr/>
        </p:nvSpPr>
        <p:spPr>
          <a:xfrm>
            <a:off x="457200" y="2331720"/>
            <a:ext cx="73152" cy="201168"/>
          </a:xfrm>
          <a:prstGeom prst="rect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pth_reason_card_1"/>
          <p:cNvSpPr/>
          <p:nvPr/>
        </p:nvSpPr>
        <p:spPr>
          <a:xfrm>
            <a:off x="5303520" y="320040"/>
            <a:ext cx="6428232" cy="10515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pth_reason_accent_1"/>
          <p:cNvSpPr/>
          <p:nvPr/>
        </p:nvSpPr>
        <p:spPr>
          <a:xfrm>
            <a:off x="5303520" y="320040"/>
            <a:ext cx="64008" cy="1051560"/>
          </a:xfrm>
          <a:prstGeom prst="rect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pth_reason_num_1"/>
          <p:cNvSpPr/>
          <p:nvPr/>
        </p:nvSpPr>
        <p:spPr>
          <a:xfrm>
            <a:off x="5486400" y="576072"/>
            <a:ext cx="502920" cy="502920"/>
          </a:xfrm>
          <a:prstGeom prst="ellipse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depth_reason_1"/>
          <p:cNvSpPr txBox="1"/>
          <p:nvPr/>
        </p:nvSpPr>
        <p:spPr>
          <a:xfrm>
            <a:off x="6126480" y="521207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C1628"/>
                </a:solidFill>
                <a:latin typeface="Arial"/>
              </a:rPr>
              <a:t>{{depth_reason_1}}</a:t>
            </a:r>
          </a:p>
        </p:txBody>
      </p:sp>
      <p:sp>
        <p:nvSpPr>
          <p:cNvPr id="9" name="depth_reason_card_2"/>
          <p:cNvSpPr/>
          <p:nvPr/>
        </p:nvSpPr>
        <p:spPr>
          <a:xfrm>
            <a:off x="5303520" y="1444752"/>
            <a:ext cx="6428232" cy="10515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pth_reason_accent_2"/>
          <p:cNvSpPr/>
          <p:nvPr/>
        </p:nvSpPr>
        <p:spPr>
          <a:xfrm>
            <a:off x="5303520" y="1444752"/>
            <a:ext cx="64008" cy="1051560"/>
          </a:xfrm>
          <a:prstGeom prst="rect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pth_reason_num_2"/>
          <p:cNvSpPr/>
          <p:nvPr/>
        </p:nvSpPr>
        <p:spPr>
          <a:xfrm>
            <a:off x="5486400" y="1700784"/>
            <a:ext cx="502920" cy="502920"/>
          </a:xfrm>
          <a:prstGeom prst="ellipse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depth_reason_2"/>
          <p:cNvSpPr txBox="1"/>
          <p:nvPr/>
        </p:nvSpPr>
        <p:spPr>
          <a:xfrm>
            <a:off x="6126480" y="164592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C1628"/>
                </a:solidFill>
                <a:latin typeface="Arial"/>
              </a:rPr>
              <a:t>{{depth_reason_2}}</a:t>
            </a:r>
          </a:p>
        </p:txBody>
      </p:sp>
      <p:sp>
        <p:nvSpPr>
          <p:cNvPr id="13" name="depth_reason_card_3"/>
          <p:cNvSpPr/>
          <p:nvPr/>
        </p:nvSpPr>
        <p:spPr>
          <a:xfrm>
            <a:off x="5303520" y="2569464"/>
            <a:ext cx="6428232" cy="10515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pth_reason_accent_3"/>
          <p:cNvSpPr/>
          <p:nvPr/>
        </p:nvSpPr>
        <p:spPr>
          <a:xfrm>
            <a:off x="5303520" y="2569464"/>
            <a:ext cx="64008" cy="1051560"/>
          </a:xfrm>
          <a:prstGeom prst="rect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pth_reason_num_3"/>
          <p:cNvSpPr/>
          <p:nvPr/>
        </p:nvSpPr>
        <p:spPr>
          <a:xfrm>
            <a:off x="5486400" y="2825496"/>
            <a:ext cx="502920" cy="502920"/>
          </a:xfrm>
          <a:prstGeom prst="ellipse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depth_reason_3"/>
          <p:cNvSpPr txBox="1"/>
          <p:nvPr/>
        </p:nvSpPr>
        <p:spPr>
          <a:xfrm>
            <a:off x="6126480" y="2770632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C1628"/>
                </a:solidFill>
                <a:latin typeface="Arial"/>
              </a:rPr>
              <a:t>{{depth_reason_3}}</a:t>
            </a:r>
          </a:p>
        </p:txBody>
      </p:sp>
      <p:sp>
        <p:nvSpPr>
          <p:cNvPr id="17" name="depth_reason_card_4"/>
          <p:cNvSpPr/>
          <p:nvPr/>
        </p:nvSpPr>
        <p:spPr>
          <a:xfrm>
            <a:off x="5303520" y="3694176"/>
            <a:ext cx="6428232" cy="10515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pth_reason_accent_4"/>
          <p:cNvSpPr/>
          <p:nvPr/>
        </p:nvSpPr>
        <p:spPr>
          <a:xfrm>
            <a:off x="5303520" y="3694176"/>
            <a:ext cx="64008" cy="1051560"/>
          </a:xfrm>
          <a:prstGeom prst="rect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epth_reason_num_4"/>
          <p:cNvSpPr/>
          <p:nvPr/>
        </p:nvSpPr>
        <p:spPr>
          <a:xfrm>
            <a:off x="5486400" y="3950208"/>
            <a:ext cx="502920" cy="502920"/>
          </a:xfrm>
          <a:prstGeom prst="ellipse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depth_reason_4"/>
          <p:cNvSpPr txBox="1"/>
          <p:nvPr/>
        </p:nvSpPr>
        <p:spPr>
          <a:xfrm>
            <a:off x="6126480" y="3895344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C1628"/>
                </a:solidFill>
                <a:latin typeface="Arial"/>
              </a:rPr>
              <a:t>{{depth_reason_4}}</a:t>
            </a:r>
          </a:p>
        </p:txBody>
      </p:sp>
      <p:sp>
        <p:nvSpPr>
          <p:cNvPr id="21" name="depth_reason_card_5"/>
          <p:cNvSpPr/>
          <p:nvPr/>
        </p:nvSpPr>
        <p:spPr>
          <a:xfrm>
            <a:off x="5303520" y="4818888"/>
            <a:ext cx="6428232" cy="10515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epth_reason_accent_5"/>
          <p:cNvSpPr/>
          <p:nvPr/>
        </p:nvSpPr>
        <p:spPr>
          <a:xfrm>
            <a:off x="5303520" y="4818888"/>
            <a:ext cx="64008" cy="1051560"/>
          </a:xfrm>
          <a:prstGeom prst="rect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pth_reason_num_5"/>
          <p:cNvSpPr/>
          <p:nvPr/>
        </p:nvSpPr>
        <p:spPr>
          <a:xfrm>
            <a:off x="5486400" y="5074920"/>
            <a:ext cx="502920" cy="502920"/>
          </a:xfrm>
          <a:prstGeom prst="ellipse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depth_reason_5"/>
          <p:cNvSpPr txBox="1"/>
          <p:nvPr/>
        </p:nvSpPr>
        <p:spPr>
          <a:xfrm>
            <a:off x="6126480" y="5020055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C1628"/>
                </a:solidFill>
                <a:latin typeface="Arial"/>
              </a:rPr>
              <a:t>{{depth_reason_5}}</a:t>
            </a:r>
          </a:p>
        </p:txBody>
      </p:sp>
      <p:sp>
        <p:nvSpPr>
          <p:cNvPr id="25" name="footer_url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6B0"/>
                </a:solidFill>
                <a:latin typeface="Arial"/>
              </a:rPr>
              <a:t>buckets-ai.com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lution_headline"/>
          <p:cNvSpPr txBox="1"/>
          <p:nvPr/>
        </p:nvSpPr>
        <p:spPr>
          <a:xfrm>
            <a:off x="457200" y="109728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C1628"/>
                </a:solidFill>
                <a:latin typeface="Arial"/>
              </a:rPr>
              <a:t>{{solution_headline}}</a:t>
            </a:r>
          </a:p>
        </p:txBody>
      </p:sp>
      <p:sp>
        <p:nvSpPr>
          <p:cNvPr id="3" name="solution_description"/>
          <p:cNvSpPr txBox="1"/>
          <p:nvPr/>
        </p:nvSpPr>
        <p:spPr>
          <a:xfrm>
            <a:off x="457200" y="25603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88"/>
                </a:solidFill>
                <a:latin typeface="Arial"/>
              </a:rPr>
              <a:t>{{solution_description}}</a:t>
            </a:r>
          </a:p>
        </p:txBody>
      </p:sp>
      <p:sp>
        <p:nvSpPr>
          <p:cNvPr id="4" name="solution_headline_accent"/>
          <p:cNvSpPr/>
          <p:nvPr/>
        </p:nvSpPr>
        <p:spPr>
          <a:xfrm>
            <a:off x="457200" y="2423160"/>
            <a:ext cx="2286000" cy="45720"/>
          </a:xfrm>
          <a:prstGeom prst="rect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olution_right_panel"/>
          <p:cNvSpPr/>
          <p:nvPr/>
        </p:nvSpPr>
        <p:spPr>
          <a:xfrm>
            <a:off x="6400800" y="548640"/>
            <a:ext cx="5330952" cy="5760720"/>
          </a:xfrm>
          <a:prstGeom prst="roundRect">
            <a:avLst>
              <a:gd name="adj" fmla="val 25000"/>
            </a:avLst>
          </a:prstGeom>
          <a:solidFill>
            <a:srgbClr val="2E3E5C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lution_panel_title"/>
          <p:cNvSpPr txBox="1"/>
          <p:nvPr/>
        </p:nvSpPr>
        <p:spPr>
          <a:xfrm>
            <a:off x="6675120" y="822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Le permite a los equipos:</a:t>
            </a:r>
          </a:p>
        </p:txBody>
      </p:sp>
      <p:sp>
        <p:nvSpPr>
          <p:cNvPr id="7" name="solution_panel_separator"/>
          <p:cNvSpPr/>
          <p:nvPr/>
        </p:nvSpPr>
        <p:spPr>
          <a:xfrm>
            <a:off x="6675120" y="1325880"/>
            <a:ext cx="4754880" cy="36576"/>
          </a:xfrm>
          <a:prstGeom prst="rect">
            <a:avLst/>
          </a:prstGeom>
          <a:solidFill>
            <a:srgbClr val="6B8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olution_check_1"/>
          <p:cNvSpPr/>
          <p:nvPr/>
        </p:nvSpPr>
        <p:spPr>
          <a:xfrm>
            <a:off x="6675120" y="1536192"/>
            <a:ext cx="365760" cy="365760"/>
          </a:xfrm>
          <a:prstGeom prst="ellipse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solution_cap_1"/>
          <p:cNvSpPr txBox="1"/>
          <p:nvPr/>
        </p:nvSpPr>
        <p:spPr>
          <a:xfrm>
            <a:off x="7178040" y="14630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{{solution_cap_1}}</a:t>
            </a:r>
          </a:p>
        </p:txBody>
      </p:sp>
      <p:sp>
        <p:nvSpPr>
          <p:cNvPr id="10" name="solution_check_2"/>
          <p:cNvSpPr/>
          <p:nvPr/>
        </p:nvSpPr>
        <p:spPr>
          <a:xfrm>
            <a:off x="6675120" y="2404872"/>
            <a:ext cx="365760" cy="365760"/>
          </a:xfrm>
          <a:prstGeom prst="ellipse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solution_cap_2"/>
          <p:cNvSpPr txBox="1"/>
          <p:nvPr/>
        </p:nvSpPr>
        <p:spPr>
          <a:xfrm>
            <a:off x="7178040" y="23317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{{solution_cap_2}}</a:t>
            </a:r>
          </a:p>
        </p:txBody>
      </p:sp>
      <p:sp>
        <p:nvSpPr>
          <p:cNvPr id="12" name="solution_check_3"/>
          <p:cNvSpPr/>
          <p:nvPr/>
        </p:nvSpPr>
        <p:spPr>
          <a:xfrm>
            <a:off x="6675120" y="3273552"/>
            <a:ext cx="365760" cy="365760"/>
          </a:xfrm>
          <a:prstGeom prst="ellipse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solution_cap_3"/>
          <p:cNvSpPr txBox="1"/>
          <p:nvPr/>
        </p:nvSpPr>
        <p:spPr>
          <a:xfrm>
            <a:off x="7178040" y="32004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{{solution_cap_3}}</a:t>
            </a:r>
          </a:p>
        </p:txBody>
      </p:sp>
      <p:sp>
        <p:nvSpPr>
          <p:cNvPr id="14" name="solution_check_4"/>
          <p:cNvSpPr/>
          <p:nvPr/>
        </p:nvSpPr>
        <p:spPr>
          <a:xfrm>
            <a:off x="6675120" y="4142231"/>
            <a:ext cx="365760" cy="365760"/>
          </a:xfrm>
          <a:prstGeom prst="ellipse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solution_cap_4"/>
          <p:cNvSpPr txBox="1"/>
          <p:nvPr/>
        </p:nvSpPr>
        <p:spPr>
          <a:xfrm>
            <a:off x="7178040" y="4069079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{{solution_cap_4}}</a:t>
            </a:r>
          </a:p>
        </p:txBody>
      </p:sp>
      <p:sp>
        <p:nvSpPr>
          <p:cNvPr id="16" name="solution_check_5"/>
          <p:cNvSpPr/>
          <p:nvPr/>
        </p:nvSpPr>
        <p:spPr>
          <a:xfrm>
            <a:off x="6675120" y="5010912"/>
            <a:ext cx="365760" cy="365760"/>
          </a:xfrm>
          <a:prstGeom prst="ellipse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solution_cap_5"/>
          <p:cNvSpPr txBox="1"/>
          <p:nvPr/>
        </p:nvSpPr>
        <p:spPr>
          <a:xfrm>
            <a:off x="7178040" y="49377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{{solution_cap_5}}</a:t>
            </a:r>
          </a:p>
        </p:txBody>
      </p:sp>
      <p:sp>
        <p:nvSpPr>
          <p:cNvPr id="18" name="footer_url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6B0"/>
                </a:solidFill>
                <a:latin typeface="Arial"/>
              </a:rPr>
              <a:t>buckets-ai.com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ow_title"/>
          <p:cNvSpPr txBox="1"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C1628"/>
                </a:solidFill>
                <a:latin typeface="Arial"/>
              </a:rPr>
              <a:t>Como funciona</a:t>
            </a:r>
          </a:p>
        </p:txBody>
      </p:sp>
      <p:sp>
        <p:nvSpPr>
          <p:cNvPr id="3" name="how_subtitle"/>
          <p:cNvSpPr txBox="1"/>
          <p:nvPr/>
        </p:nvSpPr>
        <p:spPr>
          <a:xfrm>
            <a:off x="457200" y="7772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A88"/>
                </a:solidFill>
                <a:latin typeface="Arial"/>
              </a:rPr>
              <a:t>Listo para operar en horas</a:t>
            </a:r>
          </a:p>
        </p:txBody>
      </p:sp>
      <p:sp>
        <p:nvSpPr>
          <p:cNvPr id="4" name="how_title_accent"/>
          <p:cNvSpPr/>
          <p:nvPr/>
        </p:nvSpPr>
        <p:spPr>
          <a:xfrm>
            <a:off x="5303520" y="749808"/>
            <a:ext cx="1581912" cy="45720"/>
          </a:xfrm>
          <a:prstGeom prst="rect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ow_step_card_1"/>
          <p:cNvSpPr/>
          <p:nvPr/>
        </p:nvSpPr>
        <p:spPr>
          <a:xfrm>
            <a:off x="4572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ow_step_card_1_accent"/>
          <p:cNvSpPr/>
          <p:nvPr/>
        </p:nvSpPr>
        <p:spPr>
          <a:xfrm>
            <a:off x="457200" y="1371600"/>
            <a:ext cx="3474720" cy="137160"/>
          </a:xfrm>
          <a:prstGeom prst="roundRect">
            <a:avLst>
              <a:gd name="adj" fmla="val 10000"/>
            </a:avLst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ow_step_card_1_num"/>
          <p:cNvSpPr/>
          <p:nvPr/>
        </p:nvSpPr>
        <p:spPr>
          <a:xfrm>
            <a:off x="640080" y="1600200"/>
            <a:ext cx="594360" cy="594360"/>
          </a:xfrm>
          <a:prstGeom prst="ellipse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" name="how_step_1"/>
          <p:cNvSpPr txBox="1"/>
          <p:nvPr/>
        </p:nvSpPr>
        <p:spPr>
          <a:xfrm>
            <a:off x="640080" y="233172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88"/>
                </a:solidFill>
                <a:latin typeface="Arial"/>
              </a:rPr>
              <a:t>{{how_step_1}}</a:t>
            </a:r>
          </a:p>
        </p:txBody>
      </p:sp>
      <p:sp>
        <p:nvSpPr>
          <p:cNvPr id="9" name="how_step_card_2"/>
          <p:cNvSpPr/>
          <p:nvPr/>
        </p:nvSpPr>
        <p:spPr>
          <a:xfrm>
            <a:off x="4169663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ow_step_card_2_accent"/>
          <p:cNvSpPr/>
          <p:nvPr/>
        </p:nvSpPr>
        <p:spPr>
          <a:xfrm>
            <a:off x="4169663" y="1371600"/>
            <a:ext cx="3474720" cy="137160"/>
          </a:xfrm>
          <a:prstGeom prst="roundRect">
            <a:avLst>
              <a:gd name="adj" fmla="val 10000"/>
            </a:avLst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ow_step_card_2_num"/>
          <p:cNvSpPr/>
          <p:nvPr/>
        </p:nvSpPr>
        <p:spPr>
          <a:xfrm>
            <a:off x="4352544" y="1600200"/>
            <a:ext cx="594360" cy="594360"/>
          </a:xfrm>
          <a:prstGeom prst="ellipse">
            <a:avLst/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2" name="how_step_2"/>
          <p:cNvSpPr txBox="1"/>
          <p:nvPr/>
        </p:nvSpPr>
        <p:spPr>
          <a:xfrm>
            <a:off x="4352544" y="233172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88"/>
                </a:solidFill>
                <a:latin typeface="Arial"/>
              </a:rPr>
              <a:t>{{how_step_2}}</a:t>
            </a:r>
          </a:p>
        </p:txBody>
      </p:sp>
      <p:sp>
        <p:nvSpPr>
          <p:cNvPr id="13" name="how_step_card_3"/>
          <p:cNvSpPr/>
          <p:nvPr/>
        </p:nvSpPr>
        <p:spPr>
          <a:xfrm>
            <a:off x="7882127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ow_step_card_3_accent"/>
          <p:cNvSpPr/>
          <p:nvPr/>
        </p:nvSpPr>
        <p:spPr>
          <a:xfrm>
            <a:off x="7882127" y="1371600"/>
            <a:ext cx="3474720" cy="13716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ow_step_card_3_num"/>
          <p:cNvSpPr/>
          <p:nvPr/>
        </p:nvSpPr>
        <p:spPr>
          <a:xfrm>
            <a:off x="8065007" y="160020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6" name="how_step_3"/>
          <p:cNvSpPr txBox="1"/>
          <p:nvPr/>
        </p:nvSpPr>
        <p:spPr>
          <a:xfrm>
            <a:off x="8065007" y="233172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88"/>
                </a:solidFill>
                <a:latin typeface="Arial"/>
              </a:rPr>
              <a:t>{{how_step_3}}</a:t>
            </a:r>
          </a:p>
        </p:txBody>
      </p:sp>
      <p:sp>
        <p:nvSpPr>
          <p:cNvPr id="17" name="how_strip"/>
          <p:cNvSpPr/>
          <p:nvPr/>
        </p:nvSpPr>
        <p:spPr>
          <a:xfrm>
            <a:off x="0" y="5715000"/>
            <a:ext cx="12188952" cy="914400"/>
          </a:xfrm>
          <a:prstGeom prst="rect">
            <a:avLst/>
          </a:prstGeom>
          <a:solidFill>
            <a:srgbClr val="E4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ow_not_items"/>
          <p:cNvSpPr txBox="1"/>
          <p:nvPr/>
        </p:nvSpPr>
        <p:spPr>
          <a:xfrm>
            <a:off x="457200" y="580644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C1628"/>
                </a:solidFill>
                <a:latin typeface="Arial"/>
              </a:rPr>
              <a:t>{{how_not_items}}</a:t>
            </a:r>
          </a:p>
        </p:txBody>
      </p:sp>
      <p:sp>
        <p:nvSpPr>
          <p:cNvPr id="19" name="footer_url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6B0"/>
                </a:solidFill>
                <a:latin typeface="Arial"/>
              </a:rPr>
              <a:t>buckets-ai.com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mo_headline"/>
          <p:cNvSpPr txBox="1"/>
          <p:nvPr/>
        </p:nvSpPr>
        <p:spPr>
          <a:xfrm>
            <a:off x="457200" y="10972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1628"/>
                </a:solidFill>
                <a:latin typeface="Arial"/>
              </a:rPr>
              <a:t>{{demo_headline}}</a:t>
            </a:r>
          </a:p>
        </p:txBody>
      </p:sp>
      <p:sp>
        <p:nvSpPr>
          <p:cNvPr id="3" name="demo_description"/>
          <p:cNvSpPr txBox="1"/>
          <p:nvPr/>
        </p:nvSpPr>
        <p:spPr>
          <a:xfrm>
            <a:off x="457200" y="25603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88"/>
                </a:solidFill>
                <a:latin typeface="Arial"/>
              </a:rPr>
              <a:t>{{demo_description}}</a:t>
            </a:r>
          </a:p>
        </p:txBody>
      </p:sp>
      <p:sp>
        <p:nvSpPr>
          <p:cNvPr id="4" name="demo_headline_accent"/>
          <p:cNvSpPr/>
          <p:nvPr/>
        </p:nvSpPr>
        <p:spPr>
          <a:xfrm>
            <a:off x="457200" y="2423160"/>
            <a:ext cx="1828800" cy="45720"/>
          </a:xfrm>
          <a:prstGeom prst="rect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mo_chat_card"/>
          <p:cNvSpPr/>
          <p:nvPr/>
        </p:nvSpPr>
        <p:spPr>
          <a:xfrm>
            <a:off x="5943600" y="731520"/>
            <a:ext cx="5788152" cy="5760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mo_chat_header"/>
          <p:cNvSpPr/>
          <p:nvPr/>
        </p:nvSpPr>
        <p:spPr>
          <a:xfrm>
            <a:off x="5943600" y="731520"/>
            <a:ext cx="5788152" cy="594360"/>
          </a:xfrm>
          <a:prstGeom prst="roundRect">
            <a:avLst>
              <a:gd name="adj" fmla="val 8000"/>
            </a:avLst>
          </a:prstGeom>
          <a:solidFill>
            <a:srgbClr val="2E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mo_chat_header_label"/>
          <p:cNvSpPr txBox="1"/>
          <p:nvPr/>
        </p:nvSpPr>
        <p:spPr>
          <a:xfrm>
            <a:off x="6126480" y="8046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BucketsAI Chat</a:t>
            </a:r>
          </a:p>
        </p:txBody>
      </p:sp>
      <p:sp>
        <p:nvSpPr>
          <p:cNvPr id="8" name="demo_status_dot"/>
          <p:cNvSpPr/>
          <p:nvPr/>
        </p:nvSpPr>
        <p:spPr>
          <a:xfrm>
            <a:off x="11320272" y="896112"/>
            <a:ext cx="182880" cy="182880"/>
          </a:xfrm>
          <a:prstGeom prst="ellipse">
            <a:avLst/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mo_user_bubble"/>
          <p:cNvSpPr/>
          <p:nvPr/>
        </p:nvSpPr>
        <p:spPr>
          <a:xfrm>
            <a:off x="7772400" y="1554480"/>
            <a:ext cx="3657600" cy="1005840"/>
          </a:xfrm>
          <a:prstGeom prst="roundRect">
            <a:avLst>
              <a:gd name="adj" fmla="val 25000"/>
            </a:avLst>
          </a:prstGeom>
          <a:solidFill>
            <a:srgbClr val="E4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mo_user_message"/>
          <p:cNvSpPr txBox="1"/>
          <p:nvPr/>
        </p:nvSpPr>
        <p:spPr>
          <a:xfrm>
            <a:off x="7863840" y="162763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C1628"/>
                </a:solidFill>
                <a:latin typeface="Arial"/>
              </a:rPr>
              <a:t>{{demo_user_message}}</a:t>
            </a:r>
          </a:p>
        </p:txBody>
      </p:sp>
      <p:sp>
        <p:nvSpPr>
          <p:cNvPr id="11" name="demo_ai_bubble"/>
          <p:cNvSpPr/>
          <p:nvPr/>
        </p:nvSpPr>
        <p:spPr>
          <a:xfrm>
            <a:off x="6126480" y="2834640"/>
            <a:ext cx="5029200" cy="2011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8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mo_ai_response"/>
          <p:cNvSpPr txBox="1"/>
          <p:nvPr/>
        </p:nvSpPr>
        <p:spPr>
          <a:xfrm>
            <a:off x="6263640" y="2944368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88"/>
                </a:solidFill>
                <a:latin typeface="Arial"/>
              </a:rPr>
              <a:t>{{demo_ai_response}}</a:t>
            </a:r>
          </a:p>
        </p:txBody>
      </p:sp>
      <p:sp>
        <p:nvSpPr>
          <p:cNvPr id="13" name="footer_url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6B0"/>
                </a:solidFill>
                <a:latin typeface="Arial"/>
              </a:rPr>
              <a:t>buckets-ai.com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mensions_title"/>
          <p:cNvSpPr txBox="1"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C1628"/>
                </a:solidFill>
                <a:latin typeface="Arial"/>
              </a:rPr>
              <a:t>Dos dimensiones de valor</a:t>
            </a:r>
          </a:p>
        </p:txBody>
      </p:sp>
      <p:sp>
        <p:nvSpPr>
          <p:cNvPr id="3" name="dimensions_accent"/>
          <p:cNvSpPr/>
          <p:nvPr/>
        </p:nvSpPr>
        <p:spPr>
          <a:xfrm>
            <a:off x="5394960" y="749808"/>
            <a:ext cx="1399032" cy="45720"/>
          </a:xfrm>
          <a:prstGeom prst="rect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m_a_card"/>
          <p:cNvSpPr/>
          <p:nvPr/>
        </p:nvSpPr>
        <p:spPr>
          <a:xfrm>
            <a:off x="457200" y="1005840"/>
            <a:ext cx="5394960" cy="5303520"/>
          </a:xfrm>
          <a:prstGeom prst="roundRect">
            <a:avLst>
              <a:gd name="adj" fmla="val 25000"/>
            </a:avLst>
          </a:prstGeom>
          <a:solidFill>
            <a:srgbClr val="E4EBF8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m_a_accent_bar"/>
          <p:cNvSpPr/>
          <p:nvPr/>
        </p:nvSpPr>
        <p:spPr>
          <a:xfrm>
            <a:off x="457200" y="1005840"/>
            <a:ext cx="5394960" cy="137160"/>
          </a:xfrm>
          <a:prstGeom prst="roundRect">
            <a:avLst>
              <a:gd name="adj" fmla="val 10000"/>
            </a:avLst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m_a_badge"/>
          <p:cNvSpPr/>
          <p:nvPr/>
        </p:nvSpPr>
        <p:spPr>
          <a:xfrm>
            <a:off x="685800" y="128016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m_a_label"/>
          <p:cNvSpPr txBox="1"/>
          <p:nvPr/>
        </p:nvSpPr>
        <p:spPr>
          <a:xfrm>
            <a:off x="704088" y="1298448"/>
            <a:ext cx="1152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{{dim_a_label}}</a:t>
            </a:r>
          </a:p>
        </p:txBody>
      </p:sp>
      <p:sp>
        <p:nvSpPr>
          <p:cNvPr id="8" name="dim_a_titulo"/>
          <p:cNvSpPr txBox="1"/>
          <p:nvPr/>
        </p:nvSpPr>
        <p:spPr>
          <a:xfrm>
            <a:off x="685800" y="173736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1628"/>
                </a:solidFill>
                <a:latin typeface="Arial"/>
              </a:rPr>
              <a:t>{{dim_a_titulo}}</a:t>
            </a:r>
          </a:p>
        </p:txBody>
      </p:sp>
      <p:sp>
        <p:nvSpPr>
          <p:cNvPr id="9" name="dim_a_rol"/>
          <p:cNvSpPr txBox="1"/>
          <p:nvPr/>
        </p:nvSpPr>
        <p:spPr>
          <a:xfrm>
            <a:off x="68580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470DC"/>
                </a:solidFill>
                <a:latin typeface="Arial"/>
              </a:rPr>
              <a:t>{{dim_a_rol}}</a:t>
            </a:r>
          </a:p>
        </p:txBody>
      </p:sp>
      <p:sp>
        <p:nvSpPr>
          <p:cNvPr id="10" name="dim_a_desc"/>
          <p:cNvSpPr txBox="1"/>
          <p:nvPr/>
        </p:nvSpPr>
        <p:spPr>
          <a:xfrm>
            <a:off x="685800" y="292608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88"/>
                </a:solidFill>
                <a:latin typeface="Arial"/>
              </a:rPr>
              <a:t>{{dim_a_desc}}</a:t>
            </a:r>
          </a:p>
        </p:txBody>
      </p:sp>
      <p:sp>
        <p:nvSpPr>
          <p:cNvPr id="11" name="dim_b_card"/>
          <p:cNvSpPr/>
          <p:nvPr/>
        </p:nvSpPr>
        <p:spPr>
          <a:xfrm>
            <a:off x="6309360" y="1005840"/>
            <a:ext cx="5394960" cy="5303520"/>
          </a:xfrm>
          <a:prstGeom prst="roundRect">
            <a:avLst>
              <a:gd name="adj" fmla="val 25000"/>
            </a:avLst>
          </a:prstGeom>
          <a:solidFill>
            <a:srgbClr val="FFF8F4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m_b_accent_bar"/>
          <p:cNvSpPr/>
          <p:nvPr/>
        </p:nvSpPr>
        <p:spPr>
          <a:xfrm>
            <a:off x="6309360" y="1005840"/>
            <a:ext cx="5394960" cy="13716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m_b_badge"/>
          <p:cNvSpPr/>
          <p:nvPr/>
        </p:nvSpPr>
        <p:spPr>
          <a:xfrm>
            <a:off x="6537960" y="128016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m_b_label"/>
          <p:cNvSpPr txBox="1"/>
          <p:nvPr/>
        </p:nvSpPr>
        <p:spPr>
          <a:xfrm>
            <a:off x="6556248" y="1298448"/>
            <a:ext cx="1152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{{dim_b_label}}</a:t>
            </a:r>
          </a:p>
        </p:txBody>
      </p:sp>
      <p:sp>
        <p:nvSpPr>
          <p:cNvPr id="15" name="dim_b_titulo"/>
          <p:cNvSpPr txBox="1"/>
          <p:nvPr/>
        </p:nvSpPr>
        <p:spPr>
          <a:xfrm>
            <a:off x="6537960" y="173736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1628"/>
                </a:solidFill>
                <a:latin typeface="Arial"/>
              </a:rPr>
              <a:t>{{dim_b_titulo}}</a:t>
            </a:r>
          </a:p>
        </p:txBody>
      </p:sp>
      <p:sp>
        <p:nvSpPr>
          <p:cNvPr id="16" name="dim_b_rol"/>
          <p:cNvSpPr txBox="1"/>
          <p:nvPr/>
        </p:nvSpPr>
        <p:spPr>
          <a:xfrm>
            <a:off x="653796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Arial"/>
              </a:rPr>
              <a:t>{{dim_b_rol}}</a:t>
            </a:r>
          </a:p>
        </p:txBody>
      </p:sp>
      <p:sp>
        <p:nvSpPr>
          <p:cNvPr id="17" name="dim_b_desc"/>
          <p:cNvSpPr txBox="1"/>
          <p:nvPr/>
        </p:nvSpPr>
        <p:spPr>
          <a:xfrm>
            <a:off x="6537960" y="292608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88"/>
                </a:solidFill>
                <a:latin typeface="Arial"/>
              </a:rPr>
              <a:t>{{dim_b_desc}}</a:t>
            </a:r>
          </a:p>
        </p:txBody>
      </p:sp>
      <p:sp>
        <p:nvSpPr>
          <p:cNvPr id="18" name="footer_url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6B0"/>
                </a:solidFill>
                <a:latin typeface="Arial"/>
              </a:rPr>
              <a:t>buckets-ai.com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eforeafter_title"/>
          <p:cNvSpPr txBox="1"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C1628"/>
                </a:solidFill>
                <a:latin typeface="Arial"/>
              </a:rPr>
              <a:t>{{beforeafter_title}}</a:t>
            </a:r>
          </a:p>
        </p:txBody>
      </p:sp>
      <p:sp>
        <p:nvSpPr>
          <p:cNvPr id="3" name="before_column"/>
          <p:cNvSpPr/>
          <p:nvPr/>
        </p:nvSpPr>
        <p:spPr>
          <a:xfrm>
            <a:off x="457200" y="914400"/>
            <a:ext cx="5394960" cy="5394960"/>
          </a:xfrm>
          <a:prstGeom prst="roundRect">
            <a:avLst>
              <a:gd name="adj" fmla="val 25000"/>
            </a:avLst>
          </a:prstGeom>
          <a:solidFill>
            <a:srgbClr val="FFF5F5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fore_accent_top"/>
          <p:cNvSpPr/>
          <p:nvPr/>
        </p:nvSpPr>
        <p:spPr>
          <a:xfrm>
            <a:off x="457200" y="914400"/>
            <a:ext cx="5394960" cy="137160"/>
          </a:xfrm>
          <a:prstGeom prst="roundRect">
            <a:avLst>
              <a:gd name="adj" fmla="val 1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fore_label"/>
          <p:cNvSpPr txBox="1"/>
          <p:nvPr/>
        </p:nvSpPr>
        <p:spPr>
          <a:xfrm>
            <a:off x="685800" y="1143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4C3C"/>
                </a:solidFill>
                <a:latin typeface="Arial"/>
              </a:rPr>
              <a:t>ANTES</a:t>
            </a:r>
          </a:p>
        </p:txBody>
      </p:sp>
      <p:sp>
        <p:nvSpPr>
          <p:cNvPr id="6" name="before_item_1"/>
          <p:cNvSpPr/>
          <p:nvPr/>
        </p:nvSpPr>
        <p:spPr>
          <a:xfrm>
            <a:off x="685800" y="1737360"/>
            <a:ext cx="4937760" cy="10972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fore_icon_1"/>
          <p:cNvSpPr/>
          <p:nvPr/>
        </p:nvSpPr>
        <p:spPr>
          <a:xfrm>
            <a:off x="777240" y="2011679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8" name="before_1"/>
          <p:cNvSpPr txBox="1"/>
          <p:nvPr/>
        </p:nvSpPr>
        <p:spPr>
          <a:xfrm>
            <a:off x="1371600" y="19202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C1628"/>
                </a:solidFill>
                <a:latin typeface="Arial"/>
              </a:rPr>
              <a:t>{{before_1}}</a:t>
            </a:r>
          </a:p>
        </p:txBody>
      </p:sp>
      <p:sp>
        <p:nvSpPr>
          <p:cNvPr id="9" name="before_item_2"/>
          <p:cNvSpPr/>
          <p:nvPr/>
        </p:nvSpPr>
        <p:spPr>
          <a:xfrm>
            <a:off x="685800" y="3108960"/>
            <a:ext cx="4937760" cy="10972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fore_icon_2"/>
          <p:cNvSpPr/>
          <p:nvPr/>
        </p:nvSpPr>
        <p:spPr>
          <a:xfrm>
            <a:off x="777240" y="3383279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1" name="before_2"/>
          <p:cNvSpPr txBox="1"/>
          <p:nvPr/>
        </p:nvSpPr>
        <p:spPr>
          <a:xfrm>
            <a:off x="1371600" y="32918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C1628"/>
                </a:solidFill>
                <a:latin typeface="Arial"/>
              </a:rPr>
              <a:t>{{before_2}}</a:t>
            </a:r>
          </a:p>
        </p:txBody>
      </p:sp>
      <p:sp>
        <p:nvSpPr>
          <p:cNvPr id="12" name="before_item_3"/>
          <p:cNvSpPr/>
          <p:nvPr/>
        </p:nvSpPr>
        <p:spPr>
          <a:xfrm>
            <a:off x="685800" y="4480560"/>
            <a:ext cx="4937760" cy="10972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fore_icon_3"/>
          <p:cNvSpPr/>
          <p:nvPr/>
        </p:nvSpPr>
        <p:spPr>
          <a:xfrm>
            <a:off x="777240" y="4754880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4" name="before_3"/>
          <p:cNvSpPr txBox="1"/>
          <p:nvPr/>
        </p:nvSpPr>
        <p:spPr>
          <a:xfrm>
            <a:off x="1371600" y="46634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C1628"/>
                </a:solidFill>
                <a:latin typeface="Arial"/>
              </a:rPr>
              <a:t>{{before_3}}</a:t>
            </a:r>
          </a:p>
        </p:txBody>
      </p:sp>
      <p:sp>
        <p:nvSpPr>
          <p:cNvPr id="15" name="after_column"/>
          <p:cNvSpPr/>
          <p:nvPr/>
        </p:nvSpPr>
        <p:spPr>
          <a:xfrm>
            <a:off x="6336792" y="914400"/>
            <a:ext cx="5394960" cy="5394960"/>
          </a:xfrm>
          <a:prstGeom prst="roundRect">
            <a:avLst>
              <a:gd name="adj" fmla="val 25000"/>
            </a:avLst>
          </a:prstGeom>
          <a:solidFill>
            <a:srgbClr val="F0FBF6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fter_accent_top"/>
          <p:cNvSpPr/>
          <p:nvPr/>
        </p:nvSpPr>
        <p:spPr>
          <a:xfrm>
            <a:off x="6336792" y="914400"/>
            <a:ext cx="5394960" cy="137160"/>
          </a:xfrm>
          <a:prstGeom prst="roundRect">
            <a:avLst>
              <a:gd name="adj" fmla="val 10000"/>
            </a:avLst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fter_label"/>
          <p:cNvSpPr txBox="1"/>
          <p:nvPr/>
        </p:nvSpPr>
        <p:spPr>
          <a:xfrm>
            <a:off x="6565392" y="1143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B573"/>
                </a:solidFill>
                <a:latin typeface="Arial"/>
              </a:rPr>
              <a:t>DESPUES</a:t>
            </a:r>
          </a:p>
        </p:txBody>
      </p:sp>
      <p:sp>
        <p:nvSpPr>
          <p:cNvPr id="18" name="after_item_1"/>
          <p:cNvSpPr/>
          <p:nvPr/>
        </p:nvSpPr>
        <p:spPr>
          <a:xfrm>
            <a:off x="6565392" y="1737360"/>
            <a:ext cx="4937760" cy="10972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fter_icon_1"/>
          <p:cNvSpPr/>
          <p:nvPr/>
        </p:nvSpPr>
        <p:spPr>
          <a:xfrm>
            <a:off x="6656831" y="2011679"/>
            <a:ext cx="457200" cy="457200"/>
          </a:xfrm>
          <a:prstGeom prst="ellipse">
            <a:avLst/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after_1"/>
          <p:cNvSpPr txBox="1"/>
          <p:nvPr/>
        </p:nvSpPr>
        <p:spPr>
          <a:xfrm>
            <a:off x="7251192" y="19202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C1628"/>
                </a:solidFill>
                <a:latin typeface="Arial"/>
              </a:rPr>
              <a:t>{{after_1}}</a:t>
            </a:r>
          </a:p>
        </p:txBody>
      </p:sp>
      <p:sp>
        <p:nvSpPr>
          <p:cNvPr id="21" name="after_item_2"/>
          <p:cNvSpPr/>
          <p:nvPr/>
        </p:nvSpPr>
        <p:spPr>
          <a:xfrm>
            <a:off x="6565392" y="3108960"/>
            <a:ext cx="4937760" cy="10972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fter_icon_2"/>
          <p:cNvSpPr/>
          <p:nvPr/>
        </p:nvSpPr>
        <p:spPr>
          <a:xfrm>
            <a:off x="6656831" y="3383279"/>
            <a:ext cx="457200" cy="457200"/>
          </a:xfrm>
          <a:prstGeom prst="ellipse">
            <a:avLst/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after_2"/>
          <p:cNvSpPr txBox="1"/>
          <p:nvPr/>
        </p:nvSpPr>
        <p:spPr>
          <a:xfrm>
            <a:off x="7251192" y="32918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C1628"/>
                </a:solidFill>
                <a:latin typeface="Arial"/>
              </a:rPr>
              <a:t>{{after_2}}</a:t>
            </a:r>
          </a:p>
        </p:txBody>
      </p:sp>
      <p:sp>
        <p:nvSpPr>
          <p:cNvPr id="24" name="after_item_3"/>
          <p:cNvSpPr/>
          <p:nvPr/>
        </p:nvSpPr>
        <p:spPr>
          <a:xfrm>
            <a:off x="6565392" y="4480560"/>
            <a:ext cx="4937760" cy="10972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fter_icon_3"/>
          <p:cNvSpPr/>
          <p:nvPr/>
        </p:nvSpPr>
        <p:spPr>
          <a:xfrm>
            <a:off x="6656831" y="4754880"/>
            <a:ext cx="457200" cy="457200"/>
          </a:xfrm>
          <a:prstGeom prst="ellipse">
            <a:avLst/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6" name="after_3"/>
          <p:cNvSpPr txBox="1"/>
          <p:nvPr/>
        </p:nvSpPr>
        <p:spPr>
          <a:xfrm>
            <a:off x="7251192" y="46634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C1628"/>
                </a:solidFill>
                <a:latin typeface="Arial"/>
              </a:rPr>
              <a:t>{{after_3}}</a:t>
            </a:r>
          </a:p>
        </p:txBody>
      </p:sp>
      <p:sp>
        <p:nvSpPr>
          <p:cNvPr id="27" name="footer_url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6B0"/>
                </a:solidFill>
                <a:latin typeface="Arial"/>
              </a:rPr>
              <a:t>buckets-ai.com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mpact_title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{{impact_title}}</a:t>
            </a:r>
          </a:p>
        </p:txBody>
      </p:sp>
      <p:sp>
        <p:nvSpPr>
          <p:cNvPr id="3" name="impact_subtitle"/>
          <p:cNvSpPr txBox="1"/>
          <p:nvPr/>
        </p:nvSpPr>
        <p:spPr>
          <a:xfrm>
            <a:off x="457200" y="80467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96B0"/>
                </a:solidFill>
                <a:latin typeface="Arial"/>
              </a:rPr>
              <a:t>{{impact_subtitle}}</a:t>
            </a:r>
          </a:p>
        </p:txBody>
      </p:sp>
      <p:sp>
        <p:nvSpPr>
          <p:cNvPr id="4" name="impact_title_accent"/>
          <p:cNvSpPr/>
          <p:nvPr/>
        </p:nvSpPr>
        <p:spPr>
          <a:xfrm>
            <a:off x="5394960" y="749808"/>
            <a:ext cx="1399032" cy="36576"/>
          </a:xfrm>
          <a:prstGeom prst="rect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mpact_1_card"/>
          <p:cNvSpPr/>
          <p:nvPr/>
        </p:nvSpPr>
        <p:spPr>
          <a:xfrm>
            <a:off x="457200" y="1371600"/>
            <a:ext cx="3474720" cy="4754880"/>
          </a:xfrm>
          <a:prstGeom prst="roundRect">
            <a:avLst>
              <a:gd name="adj" fmla="val 25000"/>
            </a:avLst>
          </a:prstGeom>
          <a:solidFill>
            <a:srgbClr val="3A4D6E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mpact_1_accent"/>
          <p:cNvSpPr/>
          <p:nvPr/>
        </p:nvSpPr>
        <p:spPr>
          <a:xfrm>
            <a:off x="457200" y="1371600"/>
            <a:ext cx="3474720" cy="137160"/>
          </a:xfrm>
          <a:prstGeom prst="roundRect">
            <a:avLst>
              <a:gd name="adj" fmla="val 10000"/>
            </a:avLst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mpact_1_title"/>
          <p:cNvSpPr txBox="1"/>
          <p:nvPr/>
        </p:nvSpPr>
        <p:spPr>
          <a:xfrm>
            <a:off x="64008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{{impact_1_title}}</a:t>
            </a:r>
          </a:p>
        </p:txBody>
      </p:sp>
      <p:sp>
        <p:nvSpPr>
          <p:cNvPr id="8" name="impact_1_metric"/>
          <p:cNvSpPr txBox="1"/>
          <p:nvPr/>
        </p:nvSpPr>
        <p:spPr>
          <a:xfrm>
            <a:off x="64008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6B0"/>
                </a:solidFill>
                <a:latin typeface="Arial"/>
              </a:rPr>
              <a:t>{{impact_1_metric}}</a:t>
            </a:r>
          </a:p>
        </p:txBody>
      </p:sp>
      <p:sp>
        <p:nvSpPr>
          <p:cNvPr id="9" name="impact_1_unit"/>
          <p:cNvSpPr txBox="1"/>
          <p:nvPr/>
        </p:nvSpPr>
        <p:spPr>
          <a:xfrm>
            <a:off x="640080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6B0"/>
                </a:solidFill>
                <a:latin typeface="Arial"/>
              </a:rPr>
              <a:t>ANTES</a:t>
            </a:r>
          </a:p>
        </p:txBody>
      </p:sp>
      <p:sp>
        <p:nvSpPr>
          <p:cNvPr id="10" name="impact_1_before_val"/>
          <p:cNvSpPr txBox="1"/>
          <p:nvPr/>
        </p:nvSpPr>
        <p:spPr>
          <a:xfrm>
            <a:off x="640080" y="2926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A96B0"/>
                </a:solidFill>
                <a:latin typeface="Arial"/>
              </a:rPr>
              <a:t>{{impact_1_before_val}}</a:t>
            </a:r>
          </a:p>
        </p:txBody>
      </p:sp>
      <p:sp>
        <p:nvSpPr>
          <p:cNvPr id="11" name="impact_1_before_bar_bg"/>
          <p:cNvSpPr/>
          <p:nvPr/>
        </p:nvSpPr>
        <p:spPr>
          <a:xfrm>
            <a:off x="640080" y="3520440"/>
            <a:ext cx="3108960" cy="201168"/>
          </a:xfrm>
          <a:prstGeom prst="rect">
            <a:avLst/>
          </a:prstGeom>
          <a:solidFill>
            <a:srgbClr val="2E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mpact_1_before_bar"/>
          <p:cNvSpPr/>
          <p:nvPr/>
        </p:nvSpPr>
        <p:spPr>
          <a:xfrm>
            <a:off x="640080" y="3520440"/>
            <a:ext cx="1554480" cy="201168"/>
          </a:xfrm>
          <a:prstGeom prst="rect">
            <a:avLst/>
          </a:prstGeom>
          <a:solidFill>
            <a:srgbClr val="8A9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mpact_1_after_label"/>
          <p:cNvSpPr txBox="1"/>
          <p:nvPr/>
        </p:nvSpPr>
        <p:spPr>
          <a:xfrm>
            <a:off x="640080" y="3840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70DC"/>
                </a:solidFill>
                <a:latin typeface="Arial"/>
              </a:rPr>
              <a:t>DESPUES</a:t>
            </a:r>
          </a:p>
        </p:txBody>
      </p:sp>
      <p:sp>
        <p:nvSpPr>
          <p:cNvPr id="14" name="impact_1_after_val"/>
          <p:cNvSpPr txBox="1"/>
          <p:nvPr/>
        </p:nvSpPr>
        <p:spPr>
          <a:xfrm>
            <a:off x="640080" y="4160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70DC"/>
                </a:solidFill>
                <a:latin typeface="Arial"/>
              </a:rPr>
              <a:t>{{impact_1_after_val}}</a:t>
            </a:r>
          </a:p>
        </p:txBody>
      </p:sp>
      <p:sp>
        <p:nvSpPr>
          <p:cNvPr id="15" name="impact_1_after_bar_bg"/>
          <p:cNvSpPr/>
          <p:nvPr/>
        </p:nvSpPr>
        <p:spPr>
          <a:xfrm>
            <a:off x="640080" y="4800600"/>
            <a:ext cx="3108960" cy="201168"/>
          </a:xfrm>
          <a:prstGeom prst="rect">
            <a:avLst/>
          </a:prstGeom>
          <a:solidFill>
            <a:srgbClr val="2E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mpact_1_after_bar"/>
          <p:cNvSpPr/>
          <p:nvPr/>
        </p:nvSpPr>
        <p:spPr>
          <a:xfrm>
            <a:off x="640080" y="4800600"/>
            <a:ext cx="2468880" cy="201168"/>
          </a:xfrm>
          <a:prstGeom prst="rect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mpact_2_card"/>
          <p:cNvSpPr/>
          <p:nvPr/>
        </p:nvSpPr>
        <p:spPr>
          <a:xfrm>
            <a:off x="4315968" y="1371600"/>
            <a:ext cx="3474720" cy="4754880"/>
          </a:xfrm>
          <a:prstGeom prst="roundRect">
            <a:avLst>
              <a:gd name="adj" fmla="val 25000"/>
            </a:avLst>
          </a:prstGeom>
          <a:solidFill>
            <a:srgbClr val="3A4D6E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mpact_2_accent"/>
          <p:cNvSpPr/>
          <p:nvPr/>
        </p:nvSpPr>
        <p:spPr>
          <a:xfrm>
            <a:off x="4315968" y="1371600"/>
            <a:ext cx="3474720" cy="137160"/>
          </a:xfrm>
          <a:prstGeom prst="roundRect">
            <a:avLst>
              <a:gd name="adj" fmla="val 10000"/>
            </a:avLst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mpact_2_title"/>
          <p:cNvSpPr txBox="1"/>
          <p:nvPr/>
        </p:nvSpPr>
        <p:spPr>
          <a:xfrm>
            <a:off x="4498848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{{impact_2_title}}</a:t>
            </a:r>
          </a:p>
        </p:txBody>
      </p:sp>
      <p:sp>
        <p:nvSpPr>
          <p:cNvPr id="20" name="impact_2_metric"/>
          <p:cNvSpPr txBox="1"/>
          <p:nvPr/>
        </p:nvSpPr>
        <p:spPr>
          <a:xfrm>
            <a:off x="4498848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6B0"/>
                </a:solidFill>
                <a:latin typeface="Arial"/>
              </a:rPr>
              <a:t>{{impact_2_metric}}</a:t>
            </a:r>
          </a:p>
        </p:txBody>
      </p:sp>
      <p:sp>
        <p:nvSpPr>
          <p:cNvPr id="21" name="impact_2_unit"/>
          <p:cNvSpPr txBox="1"/>
          <p:nvPr/>
        </p:nvSpPr>
        <p:spPr>
          <a:xfrm>
            <a:off x="4498848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6B0"/>
                </a:solidFill>
                <a:latin typeface="Arial"/>
              </a:rPr>
              <a:t>ANTES</a:t>
            </a:r>
          </a:p>
        </p:txBody>
      </p:sp>
      <p:sp>
        <p:nvSpPr>
          <p:cNvPr id="22" name="impact_2_before_val"/>
          <p:cNvSpPr txBox="1"/>
          <p:nvPr/>
        </p:nvSpPr>
        <p:spPr>
          <a:xfrm>
            <a:off x="4498848" y="2926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A96B0"/>
                </a:solidFill>
                <a:latin typeface="Arial"/>
              </a:rPr>
              <a:t>{{impact_2_before_val}}</a:t>
            </a:r>
          </a:p>
        </p:txBody>
      </p:sp>
      <p:sp>
        <p:nvSpPr>
          <p:cNvPr id="23" name="impact_2_before_bar_bg"/>
          <p:cNvSpPr/>
          <p:nvPr/>
        </p:nvSpPr>
        <p:spPr>
          <a:xfrm>
            <a:off x="4498848" y="3520440"/>
            <a:ext cx="3108960" cy="201168"/>
          </a:xfrm>
          <a:prstGeom prst="rect">
            <a:avLst/>
          </a:prstGeom>
          <a:solidFill>
            <a:srgbClr val="2E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mpact_2_before_bar"/>
          <p:cNvSpPr/>
          <p:nvPr/>
        </p:nvSpPr>
        <p:spPr>
          <a:xfrm>
            <a:off x="4498848" y="3520440"/>
            <a:ext cx="1554480" cy="201168"/>
          </a:xfrm>
          <a:prstGeom prst="rect">
            <a:avLst/>
          </a:prstGeom>
          <a:solidFill>
            <a:srgbClr val="8A9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mpact_2_after_label"/>
          <p:cNvSpPr txBox="1"/>
          <p:nvPr/>
        </p:nvSpPr>
        <p:spPr>
          <a:xfrm>
            <a:off x="4498848" y="3840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2B573"/>
                </a:solidFill>
                <a:latin typeface="Arial"/>
              </a:rPr>
              <a:t>DESPUES</a:t>
            </a:r>
          </a:p>
        </p:txBody>
      </p:sp>
      <p:sp>
        <p:nvSpPr>
          <p:cNvPr id="26" name="impact_2_after_val"/>
          <p:cNvSpPr txBox="1"/>
          <p:nvPr/>
        </p:nvSpPr>
        <p:spPr>
          <a:xfrm>
            <a:off x="4498848" y="4160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B573"/>
                </a:solidFill>
                <a:latin typeface="Arial"/>
              </a:rPr>
              <a:t>{{impact_2_after_val}}</a:t>
            </a:r>
          </a:p>
        </p:txBody>
      </p:sp>
      <p:sp>
        <p:nvSpPr>
          <p:cNvPr id="27" name="impact_2_after_bar_bg"/>
          <p:cNvSpPr/>
          <p:nvPr/>
        </p:nvSpPr>
        <p:spPr>
          <a:xfrm>
            <a:off x="4498848" y="4800600"/>
            <a:ext cx="3108960" cy="201168"/>
          </a:xfrm>
          <a:prstGeom prst="rect">
            <a:avLst/>
          </a:prstGeom>
          <a:solidFill>
            <a:srgbClr val="2E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mpact_2_after_bar"/>
          <p:cNvSpPr/>
          <p:nvPr/>
        </p:nvSpPr>
        <p:spPr>
          <a:xfrm>
            <a:off x="4498848" y="4800600"/>
            <a:ext cx="2468880" cy="201168"/>
          </a:xfrm>
          <a:prstGeom prst="rect">
            <a:avLst/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mpact_3_card"/>
          <p:cNvSpPr/>
          <p:nvPr/>
        </p:nvSpPr>
        <p:spPr>
          <a:xfrm>
            <a:off x="8174736" y="1371600"/>
            <a:ext cx="3474720" cy="4754880"/>
          </a:xfrm>
          <a:prstGeom prst="roundRect">
            <a:avLst>
              <a:gd name="adj" fmla="val 25000"/>
            </a:avLst>
          </a:prstGeom>
          <a:solidFill>
            <a:srgbClr val="3A4D6E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mpact_3_accent"/>
          <p:cNvSpPr/>
          <p:nvPr/>
        </p:nvSpPr>
        <p:spPr>
          <a:xfrm>
            <a:off x="8174736" y="1371600"/>
            <a:ext cx="3474720" cy="13716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mpact_3_title"/>
          <p:cNvSpPr txBox="1"/>
          <p:nvPr/>
        </p:nvSpPr>
        <p:spPr>
          <a:xfrm>
            <a:off x="8357615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{{impact_3_title}}</a:t>
            </a:r>
          </a:p>
        </p:txBody>
      </p:sp>
      <p:sp>
        <p:nvSpPr>
          <p:cNvPr id="32" name="impact_3_metric"/>
          <p:cNvSpPr txBox="1"/>
          <p:nvPr/>
        </p:nvSpPr>
        <p:spPr>
          <a:xfrm>
            <a:off x="8357615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6B0"/>
                </a:solidFill>
                <a:latin typeface="Arial"/>
              </a:rPr>
              <a:t>{{impact_3_metric}}</a:t>
            </a:r>
          </a:p>
        </p:txBody>
      </p:sp>
      <p:sp>
        <p:nvSpPr>
          <p:cNvPr id="33" name="impact_3_unit"/>
          <p:cNvSpPr txBox="1"/>
          <p:nvPr/>
        </p:nvSpPr>
        <p:spPr>
          <a:xfrm>
            <a:off x="8357615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6B0"/>
                </a:solidFill>
                <a:latin typeface="Arial"/>
              </a:rPr>
              <a:t>ANTES</a:t>
            </a:r>
          </a:p>
        </p:txBody>
      </p:sp>
      <p:sp>
        <p:nvSpPr>
          <p:cNvPr id="34" name="impact_3_before_val"/>
          <p:cNvSpPr txBox="1"/>
          <p:nvPr/>
        </p:nvSpPr>
        <p:spPr>
          <a:xfrm>
            <a:off x="8357615" y="2926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A96B0"/>
                </a:solidFill>
                <a:latin typeface="Arial"/>
              </a:rPr>
              <a:t>{{impact_3_before_val}}</a:t>
            </a:r>
          </a:p>
        </p:txBody>
      </p:sp>
      <p:sp>
        <p:nvSpPr>
          <p:cNvPr id="35" name="impact_3_before_bar_bg"/>
          <p:cNvSpPr/>
          <p:nvPr/>
        </p:nvSpPr>
        <p:spPr>
          <a:xfrm>
            <a:off x="8357615" y="3520440"/>
            <a:ext cx="3108960" cy="201168"/>
          </a:xfrm>
          <a:prstGeom prst="rect">
            <a:avLst/>
          </a:prstGeom>
          <a:solidFill>
            <a:srgbClr val="2E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mpact_3_before_bar"/>
          <p:cNvSpPr/>
          <p:nvPr/>
        </p:nvSpPr>
        <p:spPr>
          <a:xfrm>
            <a:off x="8357615" y="3520440"/>
            <a:ext cx="1554480" cy="201168"/>
          </a:xfrm>
          <a:prstGeom prst="rect">
            <a:avLst/>
          </a:prstGeom>
          <a:solidFill>
            <a:srgbClr val="8A9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mpact_3_after_label"/>
          <p:cNvSpPr txBox="1"/>
          <p:nvPr/>
        </p:nvSpPr>
        <p:spPr>
          <a:xfrm>
            <a:off x="8357615" y="3840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6B35"/>
                </a:solidFill>
                <a:latin typeface="Arial"/>
              </a:rPr>
              <a:t>DESPUES</a:t>
            </a:r>
          </a:p>
        </p:txBody>
      </p:sp>
      <p:sp>
        <p:nvSpPr>
          <p:cNvPr id="38" name="impact_3_after_val"/>
          <p:cNvSpPr txBox="1"/>
          <p:nvPr/>
        </p:nvSpPr>
        <p:spPr>
          <a:xfrm>
            <a:off x="8357615" y="41605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6B35"/>
                </a:solidFill>
                <a:latin typeface="Arial"/>
              </a:rPr>
              <a:t>{{impact_3_after_val}}</a:t>
            </a:r>
          </a:p>
        </p:txBody>
      </p:sp>
      <p:sp>
        <p:nvSpPr>
          <p:cNvPr id="39" name="impact_3_after_bar_bg"/>
          <p:cNvSpPr/>
          <p:nvPr/>
        </p:nvSpPr>
        <p:spPr>
          <a:xfrm>
            <a:off x="8357615" y="4800600"/>
            <a:ext cx="3108960" cy="201168"/>
          </a:xfrm>
          <a:prstGeom prst="rect">
            <a:avLst/>
          </a:prstGeom>
          <a:solidFill>
            <a:srgbClr val="2E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mpact_3_after_bar"/>
          <p:cNvSpPr/>
          <p:nvPr/>
        </p:nvSpPr>
        <p:spPr>
          <a:xfrm>
            <a:off x="8357615" y="4800600"/>
            <a:ext cx="2468880" cy="2011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mpact_closing"/>
          <p:cNvSpPr txBox="1"/>
          <p:nvPr/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96B0"/>
                </a:solidFill>
                <a:latin typeface="Arial"/>
              </a:rPr>
              <a:t>{{impact_closing}}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mparison_headline"/>
          <p:cNvSpPr txBox="1"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C1628"/>
                </a:solidFill>
                <a:latin typeface="Arial"/>
              </a:rPr>
              <a:t>{{comparison_headline}}</a:t>
            </a:r>
          </a:p>
        </p:txBody>
      </p:sp>
      <p:sp>
        <p:nvSpPr>
          <p:cNvPr id="3" name="comparison_accent"/>
          <p:cNvSpPr/>
          <p:nvPr/>
        </p:nvSpPr>
        <p:spPr>
          <a:xfrm>
            <a:off x="5212080" y="749808"/>
            <a:ext cx="1764792" cy="45720"/>
          </a:xfrm>
          <a:prstGeom prst="rect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omparison_table"/>
          <p:cNvGraphicFramePr>
            <a:graphicFrameLocks noGrp="1"/>
          </p:cNvGraphicFramePr>
          <p:nvPr/>
        </p:nvGraphicFramePr>
        <p:xfrm>
          <a:off x="457200" y="1005840"/>
          <a:ext cx="11274552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108960"/>
                <a:gridCol w="3136392"/>
              </a:tblGrid>
              <a:tr h="75764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Criterio</a:t>
                      </a:r>
                    </a:p>
                  </a:txBody>
                  <a:tcPr>
                    <a:solidFill>
                      <a:srgbClr val="2E3E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Sin BucketsAI</a:t>
                      </a:r>
                    </a:p>
                  </a:txBody>
                  <a:tcPr>
                    <a:solidFill>
                      <a:srgbClr val="2E3E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Con BucketsAI</a:t>
                      </a:r>
                    </a:p>
                  </a:txBody>
                  <a:tcPr>
                    <a:solidFill>
                      <a:srgbClr val="4470DC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t>Accesos por 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t>Gobernanza comercial</a:t>
                      </a:r>
                    </a:p>
                  </a:txBody>
                  <a:tcPr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>
                    <a:solidFill>
                      <a:srgbClr val="EEF0F6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t>Uso por equipos grandes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t>Trazabilidad de decisiones</a:t>
                      </a:r>
                    </a:p>
                  </a:txBody>
                  <a:tcPr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</a:t>
                      </a:r>
                    </a:p>
                  </a:txBody>
                  <a:tcPr>
                    <a:solidFill>
                      <a:srgbClr val="EEF0F6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t>Entrena tus datos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Tus datos entrenan modelos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Tus datos quedan en tu entorno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50">
                <a:tc>
                  <a:txBody>
                    <a:bodyPr/>
                    <a:lstStyle/>
                    <a:p>
                      <a:r>
                        <a:t>Riesgo de exposicion</a:t>
                      </a:r>
                    </a:p>
                  </a:txBody>
                  <a:tcPr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Alto</a:t>
                      </a:r>
                    </a:p>
                  </a:txBody>
                  <a:tcPr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Controlado</a:t>
                      </a:r>
                    </a:p>
                  </a:txBody>
                  <a:tcPr>
                    <a:solidFill>
                      <a:srgbClr val="EEF0F6"/>
                    </a:solidFill>
                  </a:tcPr>
                </a:tc>
              </a:tr>
            </a:tbl>
          </a:graphicData>
        </a:graphic>
      </p:graphicFrame>
      <p:sp>
        <p:nvSpPr>
          <p:cNvPr id="5" name="footer_url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6B0"/>
                </a:solidFill>
                <a:latin typeface="Arial"/>
              </a:rPr>
              <a:t>buckets-ai.com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urity_title"/>
          <p:cNvSpPr txBox="1"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C1628"/>
                </a:solidFill>
                <a:latin typeface="Arial"/>
              </a:rPr>
              <a:t>Seguridad y control</a:t>
            </a:r>
          </a:p>
        </p:txBody>
      </p:sp>
      <p:sp>
        <p:nvSpPr>
          <p:cNvPr id="3" name="security_subtitle"/>
          <p:cNvSpPr txBox="1"/>
          <p:nvPr/>
        </p:nvSpPr>
        <p:spPr>
          <a:xfrm>
            <a:off x="457200" y="7772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A88"/>
                </a:solidFill>
                <a:latin typeface="Arial"/>
              </a:rPr>
              <a:t>{{security_subtitle}}</a:t>
            </a:r>
          </a:p>
        </p:txBody>
      </p:sp>
      <p:sp>
        <p:nvSpPr>
          <p:cNvPr id="4" name="security_title_accent"/>
          <p:cNvSpPr/>
          <p:nvPr/>
        </p:nvSpPr>
        <p:spPr>
          <a:xfrm>
            <a:off x="5394960" y="749808"/>
            <a:ext cx="1399032" cy="45720"/>
          </a:xfrm>
          <a:prstGeom prst="rect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curity_card_1"/>
          <p:cNvSpPr/>
          <p:nvPr/>
        </p:nvSpPr>
        <p:spPr>
          <a:xfrm>
            <a:off x="457200" y="1371600"/>
            <a:ext cx="2103120" cy="4846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ecurity_accent_1"/>
          <p:cNvSpPr/>
          <p:nvPr/>
        </p:nvSpPr>
        <p:spPr>
          <a:xfrm>
            <a:off x="457200" y="1371600"/>
            <a:ext cx="2103120" cy="109728"/>
          </a:xfrm>
          <a:prstGeom prst="roundRect">
            <a:avLst>
              <a:gd name="adj" fmla="val 10000"/>
            </a:avLst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curity_num_1"/>
          <p:cNvSpPr/>
          <p:nvPr/>
        </p:nvSpPr>
        <p:spPr>
          <a:xfrm>
            <a:off x="1234439" y="1600200"/>
            <a:ext cx="548640" cy="548640"/>
          </a:xfrm>
          <a:prstGeom prst="ellipse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security_label_1"/>
          <p:cNvSpPr txBox="1"/>
          <p:nvPr/>
        </p:nvSpPr>
        <p:spPr>
          <a:xfrm>
            <a:off x="548640" y="228600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628"/>
                </a:solidFill>
                <a:latin typeface="Arial"/>
              </a:rPr>
              <a:t>{{security_label_1}}</a:t>
            </a:r>
          </a:p>
        </p:txBody>
      </p:sp>
      <p:sp>
        <p:nvSpPr>
          <p:cNvPr id="9" name="security_desc_1"/>
          <p:cNvSpPr txBox="1"/>
          <p:nvPr/>
        </p:nvSpPr>
        <p:spPr>
          <a:xfrm>
            <a:off x="548640" y="2834640"/>
            <a:ext cx="19202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88"/>
                </a:solidFill>
                <a:latin typeface="Arial"/>
              </a:rPr>
              <a:t>{{security_desc_1}}</a:t>
            </a:r>
          </a:p>
        </p:txBody>
      </p:sp>
      <p:sp>
        <p:nvSpPr>
          <p:cNvPr id="10" name="security_card_2"/>
          <p:cNvSpPr/>
          <p:nvPr/>
        </p:nvSpPr>
        <p:spPr>
          <a:xfrm>
            <a:off x="2752344" y="1371600"/>
            <a:ext cx="2103120" cy="4846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ecurity_accent_2"/>
          <p:cNvSpPr/>
          <p:nvPr/>
        </p:nvSpPr>
        <p:spPr>
          <a:xfrm>
            <a:off x="2752344" y="1371600"/>
            <a:ext cx="2103120" cy="109728"/>
          </a:xfrm>
          <a:prstGeom prst="roundRect">
            <a:avLst>
              <a:gd name="adj" fmla="val 10000"/>
            </a:avLst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ecurity_num_2"/>
          <p:cNvSpPr/>
          <p:nvPr/>
        </p:nvSpPr>
        <p:spPr>
          <a:xfrm>
            <a:off x="3529584" y="1600200"/>
            <a:ext cx="548640" cy="548640"/>
          </a:xfrm>
          <a:prstGeom prst="ellipse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security_label_2"/>
          <p:cNvSpPr txBox="1"/>
          <p:nvPr/>
        </p:nvSpPr>
        <p:spPr>
          <a:xfrm>
            <a:off x="2843784" y="228600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628"/>
                </a:solidFill>
                <a:latin typeface="Arial"/>
              </a:rPr>
              <a:t>{{security_label_2}}</a:t>
            </a:r>
          </a:p>
        </p:txBody>
      </p:sp>
      <p:sp>
        <p:nvSpPr>
          <p:cNvPr id="14" name="security_desc_2"/>
          <p:cNvSpPr txBox="1"/>
          <p:nvPr/>
        </p:nvSpPr>
        <p:spPr>
          <a:xfrm>
            <a:off x="2843784" y="2834640"/>
            <a:ext cx="19202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88"/>
                </a:solidFill>
                <a:latin typeface="Arial"/>
              </a:rPr>
              <a:t>{{security_desc_2}}</a:t>
            </a:r>
          </a:p>
        </p:txBody>
      </p:sp>
      <p:sp>
        <p:nvSpPr>
          <p:cNvPr id="15" name="security_card_3"/>
          <p:cNvSpPr/>
          <p:nvPr/>
        </p:nvSpPr>
        <p:spPr>
          <a:xfrm>
            <a:off x="5047488" y="1371600"/>
            <a:ext cx="2103120" cy="4846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curity_accent_3"/>
          <p:cNvSpPr/>
          <p:nvPr/>
        </p:nvSpPr>
        <p:spPr>
          <a:xfrm>
            <a:off x="5047488" y="1371600"/>
            <a:ext cx="2103120" cy="109728"/>
          </a:xfrm>
          <a:prstGeom prst="roundRect">
            <a:avLst>
              <a:gd name="adj" fmla="val 10000"/>
            </a:avLst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curity_num_3"/>
          <p:cNvSpPr/>
          <p:nvPr/>
        </p:nvSpPr>
        <p:spPr>
          <a:xfrm>
            <a:off x="5824728" y="1600200"/>
            <a:ext cx="548640" cy="548640"/>
          </a:xfrm>
          <a:prstGeom prst="ellipse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security_label_3"/>
          <p:cNvSpPr txBox="1"/>
          <p:nvPr/>
        </p:nvSpPr>
        <p:spPr>
          <a:xfrm>
            <a:off x="5138927" y="228600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628"/>
                </a:solidFill>
                <a:latin typeface="Arial"/>
              </a:rPr>
              <a:t>{{security_label_3}}</a:t>
            </a:r>
          </a:p>
        </p:txBody>
      </p:sp>
      <p:sp>
        <p:nvSpPr>
          <p:cNvPr id="19" name="security_desc_3"/>
          <p:cNvSpPr txBox="1"/>
          <p:nvPr/>
        </p:nvSpPr>
        <p:spPr>
          <a:xfrm>
            <a:off x="5138927" y="2834640"/>
            <a:ext cx="19202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88"/>
                </a:solidFill>
                <a:latin typeface="Arial"/>
              </a:rPr>
              <a:t>{{security_desc_3}}</a:t>
            </a:r>
          </a:p>
        </p:txBody>
      </p:sp>
      <p:sp>
        <p:nvSpPr>
          <p:cNvPr id="20" name="security_card_4"/>
          <p:cNvSpPr/>
          <p:nvPr/>
        </p:nvSpPr>
        <p:spPr>
          <a:xfrm>
            <a:off x="7342631" y="1371600"/>
            <a:ext cx="2103120" cy="4846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ecurity_accent_4"/>
          <p:cNvSpPr/>
          <p:nvPr/>
        </p:nvSpPr>
        <p:spPr>
          <a:xfrm>
            <a:off x="7342631" y="1371600"/>
            <a:ext cx="2103120" cy="109728"/>
          </a:xfrm>
          <a:prstGeom prst="roundRect">
            <a:avLst>
              <a:gd name="adj" fmla="val 10000"/>
            </a:avLst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ecurity_num_4"/>
          <p:cNvSpPr/>
          <p:nvPr/>
        </p:nvSpPr>
        <p:spPr>
          <a:xfrm>
            <a:off x="8119871" y="1600200"/>
            <a:ext cx="548640" cy="548640"/>
          </a:xfrm>
          <a:prstGeom prst="ellipse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security_label_4"/>
          <p:cNvSpPr txBox="1"/>
          <p:nvPr/>
        </p:nvSpPr>
        <p:spPr>
          <a:xfrm>
            <a:off x="7434071" y="228600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628"/>
                </a:solidFill>
                <a:latin typeface="Arial"/>
              </a:rPr>
              <a:t>{{security_label_4}}</a:t>
            </a:r>
          </a:p>
        </p:txBody>
      </p:sp>
      <p:sp>
        <p:nvSpPr>
          <p:cNvPr id="24" name="security_desc_4"/>
          <p:cNvSpPr txBox="1"/>
          <p:nvPr/>
        </p:nvSpPr>
        <p:spPr>
          <a:xfrm>
            <a:off x="7434071" y="2834640"/>
            <a:ext cx="19202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88"/>
                </a:solidFill>
                <a:latin typeface="Arial"/>
              </a:rPr>
              <a:t>{{security_desc_4}}</a:t>
            </a:r>
          </a:p>
        </p:txBody>
      </p:sp>
      <p:sp>
        <p:nvSpPr>
          <p:cNvPr id="25" name="security_card_5"/>
          <p:cNvSpPr/>
          <p:nvPr/>
        </p:nvSpPr>
        <p:spPr>
          <a:xfrm>
            <a:off x="9637776" y="1371600"/>
            <a:ext cx="2103120" cy="4846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ecurity_accent_5"/>
          <p:cNvSpPr/>
          <p:nvPr/>
        </p:nvSpPr>
        <p:spPr>
          <a:xfrm>
            <a:off x="9637776" y="1371600"/>
            <a:ext cx="2103120" cy="109728"/>
          </a:xfrm>
          <a:prstGeom prst="roundRect">
            <a:avLst>
              <a:gd name="adj" fmla="val 10000"/>
            </a:avLst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ecurity_num_5"/>
          <p:cNvSpPr/>
          <p:nvPr/>
        </p:nvSpPr>
        <p:spPr>
          <a:xfrm>
            <a:off x="10415015" y="1600200"/>
            <a:ext cx="548640" cy="548640"/>
          </a:xfrm>
          <a:prstGeom prst="ellipse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security_label_5"/>
          <p:cNvSpPr txBox="1"/>
          <p:nvPr/>
        </p:nvSpPr>
        <p:spPr>
          <a:xfrm>
            <a:off x="9729215" y="2286000"/>
            <a:ext cx="1920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628"/>
                </a:solidFill>
                <a:latin typeface="Arial"/>
              </a:rPr>
              <a:t>{{security_label_5}}</a:t>
            </a:r>
          </a:p>
        </p:txBody>
      </p:sp>
      <p:sp>
        <p:nvSpPr>
          <p:cNvPr id="29" name="security_desc_5"/>
          <p:cNvSpPr txBox="1"/>
          <p:nvPr/>
        </p:nvSpPr>
        <p:spPr>
          <a:xfrm>
            <a:off x="9729215" y="2834640"/>
            <a:ext cx="19202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88"/>
                </a:solidFill>
                <a:latin typeface="Arial"/>
              </a:rPr>
              <a:t>{{security_desc_5}}</a:t>
            </a:r>
          </a:p>
        </p:txBody>
      </p:sp>
      <p:sp>
        <p:nvSpPr>
          <p:cNvPr id="30" name="footer_url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6B0"/>
                </a:solidFill>
                <a:latin typeface="Arial"/>
              </a:rPr>
              <a:t>buckets-ai.com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ta_deco_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4470DC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ta_deco_2"/>
          <p:cNvSpPr/>
          <p:nvPr/>
        </p:nvSpPr>
        <p:spPr>
          <a:xfrm>
            <a:off x="-731520" y="5303520"/>
            <a:ext cx="2286000" cy="2286000"/>
          </a:xfrm>
          <a:prstGeom prst="ellipse">
            <a:avLst/>
          </a:prstGeom>
          <a:solidFill>
            <a:srgbClr val="4470DC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ta_question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{{cta_question}}</a:t>
            </a:r>
          </a:p>
        </p:txBody>
      </p:sp>
      <p:sp>
        <p:nvSpPr>
          <p:cNvPr id="5" name="cta_title_accent"/>
          <p:cNvSpPr/>
          <p:nvPr/>
        </p:nvSpPr>
        <p:spPr>
          <a:xfrm>
            <a:off x="5029200" y="2423160"/>
            <a:ext cx="2130552" cy="45720"/>
          </a:xfrm>
          <a:prstGeom prst="rect">
            <a:avLst/>
          </a:prstGeom>
          <a:solidFill>
            <a:srgbClr val="44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ta_description"/>
          <p:cNvSpPr txBox="1"/>
          <p:nvPr/>
        </p:nvSpPr>
        <p:spPr>
          <a:xfrm>
            <a:off x="1371600" y="265176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96B0"/>
                </a:solidFill>
                <a:latin typeface="Arial"/>
              </a:rPr>
              <a:t>{{cta_description}}</a:t>
            </a:r>
          </a:p>
        </p:txBody>
      </p:sp>
      <p:sp>
        <p:nvSpPr>
          <p:cNvPr id="7" name="cta_button_shape"/>
          <p:cNvSpPr/>
          <p:nvPr/>
        </p:nvSpPr>
        <p:spPr>
          <a:xfrm>
            <a:off x="4572000" y="3566160"/>
            <a:ext cx="3044952" cy="594360"/>
          </a:xfrm>
          <a:prstGeom prst="roundRect">
            <a:avLst>
              <a:gd name="adj" fmla="val 50000"/>
            </a:avLst>
          </a:prstGeom>
          <a:solidFill>
            <a:srgbClr val="4470DC"/>
          </a:solidFill>
          <a:ln>
            <a:noFill/>
          </a:ln>
          <a:effectLst>
            <a:outerShdw blurRad="508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ta_button"/>
          <p:cNvSpPr txBox="1"/>
          <p:nvPr/>
        </p:nvSpPr>
        <p:spPr>
          <a:xfrm>
            <a:off x="4572000" y="3593592"/>
            <a:ext cx="3044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{{cta_button}}</a:t>
            </a:r>
          </a:p>
        </p:txBody>
      </p:sp>
      <p:sp>
        <p:nvSpPr>
          <p:cNvPr id="9" name="cta_divider"/>
          <p:cNvSpPr/>
          <p:nvPr/>
        </p:nvSpPr>
        <p:spPr>
          <a:xfrm>
            <a:off x="1371600" y="4434840"/>
            <a:ext cx="9445752" cy="27432"/>
          </a:xfrm>
          <a:prstGeom prst="rect">
            <a:avLst/>
          </a:prstGeom>
          <a:solidFill>
            <a:srgbClr val="3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ta_name"/>
          <p:cNvSpPr txBox="1"/>
          <p:nvPr/>
        </p:nvSpPr>
        <p:spPr>
          <a:xfrm>
            <a:off x="457200" y="4663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{{cta_name}}</a:t>
            </a:r>
          </a:p>
        </p:txBody>
      </p:sp>
      <p:sp>
        <p:nvSpPr>
          <p:cNvPr id="11" name="cta_role"/>
          <p:cNvSpPr txBox="1"/>
          <p:nvPr/>
        </p:nvSpPr>
        <p:spPr>
          <a:xfrm>
            <a:off x="457200" y="5074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6B0"/>
                </a:solidFill>
                <a:latin typeface="Arial"/>
              </a:rPr>
              <a:t>{{cta_role}}</a:t>
            </a:r>
          </a:p>
        </p:txBody>
      </p:sp>
      <p:sp>
        <p:nvSpPr>
          <p:cNvPr id="12" name="cta_email"/>
          <p:cNvSpPr txBox="1"/>
          <p:nvPr/>
        </p:nvSpPr>
        <p:spPr>
          <a:xfrm>
            <a:off x="457200" y="5440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8FE8"/>
                </a:solidFill>
                <a:latin typeface="Arial"/>
              </a:rPr>
              <a:t>{{cta_email}}</a:t>
            </a:r>
          </a:p>
        </p:txBody>
      </p:sp>
      <p:sp>
        <p:nvSpPr>
          <p:cNvPr id="13" name="cta_phone"/>
          <p:cNvSpPr txBox="1"/>
          <p:nvPr/>
        </p:nvSpPr>
        <p:spPr>
          <a:xfrm>
            <a:off x="457200" y="5806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8FE8"/>
                </a:solidFill>
                <a:latin typeface="Arial"/>
              </a:rPr>
              <a:t>{{cta_phone}}</a:t>
            </a:r>
          </a:p>
        </p:txBody>
      </p:sp>
      <p:sp>
        <p:nvSpPr>
          <p:cNvPr id="14" name="cta_url"/>
          <p:cNvSpPr txBox="1"/>
          <p:nvPr/>
        </p:nvSpPr>
        <p:spPr>
          <a:xfrm>
            <a:off x="960120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96B0"/>
                </a:solidFill>
                <a:latin typeface="Arial"/>
              </a:rPr>
              <a:t>buckets-ai.com</a:t>
            </a:r>
          </a:p>
        </p:txBody>
      </p:sp>
      <p:sp>
        <p:nvSpPr>
          <p:cNvPr id="15" name="cta_logo"/>
          <p:cNvSpPr/>
          <p:nvPr/>
        </p:nvSpPr>
        <p:spPr>
          <a:xfrm>
            <a:off x="10058400" y="5074920"/>
            <a:ext cx="1645920" cy="640080"/>
          </a:xfrm>
          <a:prstGeom prst="roundRect">
            <a:avLst>
              <a:gd name="adj" fmla="val 25000"/>
            </a:avLst>
          </a:prstGeom>
          <a:solidFill>
            <a:srgbClr val="3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8A96B0"/>
                </a:solidFill>
                <a:latin typeface="Arial"/>
              </a:rPr>
              <a:t>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